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9FA6-B206-C55C-4BDD-5DE54F8FA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F3428-AADF-1E77-5895-911DFDE65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0D8A7-328F-A176-434A-5464CF54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6C7AA-F0C6-58CB-F736-DF80FB78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AABC-4E4E-DD4D-11FB-E33FEF96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7380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7CEB-6269-4F61-D36C-D514364D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8C2A-5BF0-90C0-5D17-B9D30A08C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6FEAA-5E82-AA0C-1CC7-A049BA98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F026B-6305-CFC7-8565-341565D6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17A25-65F8-F38C-39F0-9347591C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4127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ECF5-9150-C8CA-95DF-BA0BFFC06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781C9-DA61-13FC-BD7B-3729013C2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4A8D-15E7-885F-1382-743FE066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57FA5-D682-4E6A-6D28-707380FD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B61E-0A42-8211-0116-5478ABDD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6303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BFD6-6941-F77E-D1ED-7E75DCBC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B2FD0-04FF-7CE6-D716-8D3DF7637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27B27-17B7-F74E-9D55-993F5C83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0F8F7-60BE-0233-84D8-C02BF7C8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0465F-FAC3-222B-64D7-B29DD2A77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7C3C4-24DA-582C-7F70-726716D8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72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DD7A-2C50-5DA3-5652-697D0217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A2C42-EFC0-127F-6599-8802C1AE9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FA160-4CC7-961B-AF3F-E07C6F532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FFAD20-1ED9-10A6-9573-8255E5C26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4DB3-AEBC-6C4C-AAAB-303F18023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9DC391-DCDA-C5A9-8180-88C6C00B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F37715-8204-F884-E457-CDC32A265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289DA-4198-D149-5324-4D10451A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9223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824F-8550-22DC-8F8D-2FDDA3C2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3D0D8-DCA5-F899-AAAA-3A1C6F389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023A0-CB03-0847-9198-7445B075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1D816-F8E2-478E-0863-53564D2B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2540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EF55D2-329A-5723-A240-7A8108E16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17BEB-1049-0991-6E3E-C52E1ECA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D2C37-568B-54A1-2B9B-C2B39917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0490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8223-2A80-4FAB-18B0-B8A7D3A25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6E86-301B-06EC-53F7-83A705198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90837-1B94-2C15-BA2D-68B759F73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5028A-CFB1-06F5-BBE6-CB742E977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A27E2-45BA-3C0C-28DE-80BB9E10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D012B-980F-465A-568C-83D113AB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5286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39A3-7AAD-003B-9CA6-A603A2C6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40BF0-2F8A-733A-4904-F32C26506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A6938-2EB6-BF19-E63E-190F081C4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5600F-7574-81A9-05A9-982F8843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318CC-F899-6D45-CF97-25160E83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2CB1D-9EEE-5C55-4E5E-139CF670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4363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2B4A-E126-CE56-3B99-FA6D3466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E4C35-618D-6A3D-C213-1BFC92B01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4D55D-7E1D-17D7-39CE-3EAE01D8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6FA53-CF77-845E-9E08-45A6C679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C81B9-D957-82FF-527B-C6D11669C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9496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6B898-6640-764E-27E7-FB618D0CC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8AB1A-DF8A-8446-29D3-95000A0D6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10040-5771-49A9-77D8-1CCD29D7E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B4378-9810-CA4A-F030-6F32DE33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45E6B-A16D-C092-D1CC-D48E05F2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8034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0DC4F1-5366-81BC-91C4-C11EBA2B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1554E-6DBD-7807-9B12-C8673D8B9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AA872-EEC6-45F8-2E82-5D5B4DF9E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FA072-B203-4E03-9E94-474E73246979}" type="datetimeFigureOut">
              <a:rPr lang="en-SE" smtClean="0"/>
              <a:t>2025-03-01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B67E6-D8F4-5349-3B8A-ABD6DBC49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A405D-45EF-19CF-7745-6553A33E2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A312A-583A-4B87-B32C-BBFB66D24BF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429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45B7-EEB3-6E89-20E5-0A4FD9C35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F07AE-48FA-E7EB-BB35-FB8F82C052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20661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Mahmut Osmanovic</dc:creator>
  <cp:lastModifiedBy>Mahmut Osmanovic</cp:lastModifiedBy>
  <cp:revision>1</cp:revision>
  <dcterms:created xsi:type="dcterms:W3CDTF">2025-03-01T11:02:08Z</dcterms:created>
  <dcterms:modified xsi:type="dcterms:W3CDTF">2025-03-01T11:02:40Z</dcterms:modified>
</cp:coreProperties>
</file>